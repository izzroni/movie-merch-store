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Organic" charset="1" panose="000000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0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7314" y="7081316"/>
            <a:ext cx="5675496" cy="5306588"/>
          </a:xfrm>
          <a:custGeom>
            <a:avLst/>
            <a:gdLst/>
            <a:ahLst/>
            <a:cxnLst/>
            <a:rect r="r" b="b" t="t" l="l"/>
            <a:pathLst>
              <a:path h="5306588" w="5675496">
                <a:moveTo>
                  <a:pt x="0" y="0"/>
                </a:moveTo>
                <a:lnTo>
                  <a:pt x="5675496" y="0"/>
                </a:lnTo>
                <a:lnTo>
                  <a:pt x="5675496" y="5306588"/>
                </a:lnTo>
                <a:lnTo>
                  <a:pt x="0" y="530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0917" y="3148534"/>
            <a:ext cx="13946165" cy="393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84"/>
              </a:lnSpc>
              <a:spcBef>
                <a:spcPct val="0"/>
              </a:spcBef>
            </a:pPr>
            <a:r>
              <a:rPr lang="en-US" sz="12527" spc="739">
                <a:solidFill>
                  <a:srgbClr val="7798FF"/>
                </a:solidFill>
                <a:latin typeface="Organic"/>
                <a:ea typeface="Organic"/>
                <a:cs typeface="Organic"/>
                <a:sym typeface="Organic"/>
              </a:rPr>
              <a:t> AI IN CINEMATIC STORYTELLING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21440" y="6839836"/>
            <a:ext cx="1445120" cy="1924493"/>
          </a:xfrm>
          <a:custGeom>
            <a:avLst/>
            <a:gdLst/>
            <a:ahLst/>
            <a:cxnLst/>
            <a:rect r="r" b="b" t="t" l="l"/>
            <a:pathLst>
              <a:path h="1924493" w="1445120">
                <a:moveTo>
                  <a:pt x="0" y="0"/>
                </a:moveTo>
                <a:lnTo>
                  <a:pt x="1445120" y="0"/>
                </a:lnTo>
                <a:lnTo>
                  <a:pt x="1445120" y="1924494"/>
                </a:lnTo>
                <a:lnTo>
                  <a:pt x="0" y="1924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DAGfYbtzSdY</dc:identifier>
  <dcterms:modified xsi:type="dcterms:W3CDTF">2011-08-01T06:04:30Z</dcterms:modified>
  <cp:revision>1</cp:revision>
  <dc:title>artificial intelligence</dc:title>
</cp:coreProperties>
</file>